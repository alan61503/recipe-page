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KitchenPulse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Datadriven recipe subscription for highvalue households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10,837 rows analyzed</a:t>
            </a:r>
          </a:p>
          <a:p>
            <a:pPr/>
            <a:r>
              <a:t>Top segments: 5–10% highest scores (542 records)</a:t>
            </a:r>
          </a:p>
          <a:p>
            <a:pPr/>
            <a:r>
              <a:t>Largest monetizable clusters: 0 and 1 (~9,940 records)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3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col_4 (|r|=0.796)</a:t>
            </a:r>
          </a:p>
          <a:p>
            <a:pPr/>
            <a:r>
              <a:t>col_2 (|r|=0.783)</a:t>
            </a:r>
          </a:p>
          <a:p>
            <a:pPr/>
            <a:r>
              <a:t>col_3 (|r|=0.778)</a:t>
            </a:r>
          </a:p>
          <a:p>
            <a:pPr/>
            <a:r>
              <a:t>These drive the KitchenPulse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Personalized recipes + ingredient delivery</a:t>
            </a:r>
          </a:p>
          <a:p>
            <a:pPr/>
            <a:r>
              <a:t>Targeting by KitchenPulse Index</a:t>
            </a:r>
          </a:p>
          <a:p>
            <a:pPr/>
            <a:r>
              <a:t>Premium addons and seasonal bundles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Demography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Primary: top 5–10% scoring households</a:t>
            </a:r>
          </a:p>
          <a:p>
            <a:pPr/>
            <a:r>
              <a:t>Secondary: highvalue clusters 0 &amp; 1</a:t>
            </a:r>
          </a:p>
          <a:p>
            <a:pPr/>
            <a:r>
              <a:t>Focus on convenience and premium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Starter /mo (6 recipes)</a:t>
            </a:r>
          </a:p>
          <a:p>
            <a:pPr/>
            <a:r>
              <a:t>Core /mo (12 recipes + delivery)</a:t>
            </a:r>
          </a:p>
          <a:p>
            <a:pPr/>
            <a:r>
              <a:t>Premium /mo (20 recipes + chef bundles)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Paid social + grocery delivery partnerships</a:t>
            </a:r>
          </a:p>
          <a:p>
            <a:pPr/>
            <a:r>
              <a:t>Influencer recipe challenges</a:t>
            </a:r>
          </a:p>
          <a:p>
            <a:pPr/>
            <a:r>
              <a:t>7day trial for highscore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Conversion rate by KPI tier</a:t>
            </a:r>
          </a:p>
          <a:p>
            <a:pPr/>
            <a:r>
              <a:t>ARPU uplift from premium adoption</a:t>
            </a:r>
          </a:p>
          <a:p>
            <a:pPr/>
            <a:r>
              <a:t>90day retention</a:t>
            </a:r>
          </a:p>
          <a:p>
            <a:pPr/>
            <a:r>
              <a:t>Ask: fund scaleup of personalization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